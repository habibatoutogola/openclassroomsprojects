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7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DAF048-1E08-458F-9C5F-DD07ACFA08DB}" v="10" dt="2021-12-07T09:30:32.0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6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302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57283C4-69C4-4B10-9EB4-C99EB4AB0E72}" type="datetime1">
              <a:rPr lang="fr-FR" smtClean="0"/>
              <a:t>06/12/2021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6834459-7356-44BF-850D-8B30C4FB3B6B}" type="slidenum">
              <a:rPr lang="fr-FR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7D04816-4A16-4B9A-8B75-D40768E67554}" type="datetime1">
              <a:rPr lang="fr-FR" noProof="0" smtClean="0"/>
              <a:t>06/12/2021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A3C37BE-C303-496D-B5CD-85F2937540FC}" type="slidenum">
              <a:rPr lang="fr-FR" noProof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fr-FR" b="1" i="1">
                <a:latin typeface="Arial" pitchFamily="34" charset="0"/>
                <a:cs typeface="Arial" pitchFamily="34" charset="0"/>
              </a:rPr>
              <a:t>REMARQUE :</a:t>
            </a:r>
          </a:p>
          <a:p>
            <a:pPr rtl="0"/>
            <a:r>
              <a:rPr lang="fr-FR" i="1">
                <a:latin typeface="Arial" pitchFamily="34" charset="0"/>
                <a:cs typeface="Arial" pitchFamily="34" charset="0"/>
              </a:rPr>
              <a:t>Pour remplacer l’image sur cette diapositive, sélectionnez-la et supprimez-la. Cliquez ensuite sur l’icône Images dans l’espace réservé pour insérer votre image.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3239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7612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6586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7115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0A3C37BE-C303-496D-B5CD-85F2937540F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2285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>
              <a:defRPr sz="4400" cap="all" baseline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fld id="{F4839ECD-B0F4-4E9C-8A41-C7FF6F05ABC7}" type="datetime1">
              <a:rPr lang="fr-FR" noProof="0" smtClean="0"/>
              <a:t>06/12/2021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pPr rtl="0"/>
            <a:fld id="{0FF54DE5-C571-48E8-A5BC-B369434E2F44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246BB8-95D5-4925-A156-AFC4162AE5A9}" type="datetime1">
              <a:rPr lang="fr-FR" noProof="0" smtClean="0"/>
              <a:t>06/12/2021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fr-FR" noProof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e de titre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>
              <a:defRPr sz="4400" cap="all" baseline="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11" name="Espace réservé d’image 10" descr="Espace réservé vide pour ajouter une image. Cliquez sur l’espace réservé et sélectionnez l’image à ajouter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grpSp>
        <p:nvGrpSpPr>
          <p:cNvPr id="14" name="Groupe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Connecteur droit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Imag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e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Connecteur droit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e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Connecteur droit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cteur droit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noProof="0"/>
            </a:p>
          </p:txBody>
        </p:sp>
        <p:grpSp>
          <p:nvGrpSpPr>
            <p:cNvPr id="11" name="Groupe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Connecteur droit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necteur droit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95B23C-F89E-4A0C-B025-739D1C093814}" type="datetime1">
              <a:rPr lang="fr-FR" noProof="0" smtClean="0"/>
              <a:t>06/12/2021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fr-FR" noProof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57D3DD3-58BE-41AA-B645-7E41A687D1FB}" type="datetime1">
              <a:rPr lang="fr-FR" noProof="0" smtClean="0"/>
              <a:t>06/12/2021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fr-FR" noProof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04900" y="1600200"/>
            <a:ext cx="4919472" cy="823912"/>
          </a:xfrm>
        </p:spPr>
        <p:txBody>
          <a:bodyPr rtlCol="0"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66110" y="1600200"/>
            <a:ext cx="4919472" cy="823912"/>
          </a:xfrm>
        </p:spPr>
        <p:txBody>
          <a:bodyPr rtlCol="0"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dirty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B2A5C24-7937-4C9A-B774-F693B38FC3A3}" type="datetime1">
              <a:rPr lang="fr-FR" noProof="0" smtClean="0"/>
              <a:t>06/12/2021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fr-FR" noProof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9A013D-9941-4648-9393-6D6C3D9A3531}" type="datetime1">
              <a:rPr lang="fr-FR" noProof="0" smtClean="0"/>
              <a:t>06/12/2021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fr-FR" noProof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DD9261-D922-4D8A-993C-015074B78B12}" type="datetime1">
              <a:rPr lang="fr-FR" noProof="0" smtClean="0"/>
              <a:t>06/12/2021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fr-FR" noProof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40C66C-A21E-4010-856D-58DDEC1C5A07}" type="datetime1">
              <a:rPr lang="fr-FR" noProof="0" smtClean="0"/>
              <a:t>06/12/2021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fr-FR" noProof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" name="Espace réservé d’image 2" descr="Espace réservé vide pour ajouter une image. Cliquez sur l’espace réservé et sélectionnez l’image à ajouter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7C5CE0-6D1B-424F-996A-7CF1236C9093}" type="datetime1">
              <a:rPr lang="fr-FR" noProof="0" smtClean="0"/>
              <a:t>06/12/2021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fr-FR" noProof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1pPr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BCED7F-8361-4784-80FC-58B2367AC205}" type="datetime1">
              <a:rPr lang="fr-FR" noProof="0" smtClean="0"/>
              <a:t>06/12/2021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fr-FR" noProof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 hasCustomPrompt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>
            <a:lvl1pPr>
              <a:buNone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fr-FR" noProof="0" dirty="0"/>
              <a:t>Modifiez les styles du texte du masque</a:t>
            </a:r>
            <a:endParaRPr lang="fr-FR" dirty="0"/>
          </a:p>
          <a:p>
            <a:pPr lvl="1" rtl="0"/>
            <a:r>
              <a:rPr lang="fr-FR" dirty="0" err="1"/>
              <a:t>Deuxième</a:t>
            </a:r>
            <a:r>
              <a:rPr lang="fr-FR" dirty="0"/>
              <a:t> </a:t>
            </a:r>
            <a:r>
              <a:rPr lang="fr-FR" dirty="0" err="1"/>
              <a:t>niveau</a:t>
            </a:r>
            <a:endParaRPr lang="fr-FR" dirty="0"/>
          </a:p>
          <a:p>
            <a:pPr lvl="2" rtl="0"/>
            <a:r>
              <a:rPr lang="fr-FR" dirty="0" err="1"/>
              <a:t>Troisième</a:t>
            </a:r>
            <a:r>
              <a:rPr lang="fr-FR" dirty="0"/>
              <a:t> </a:t>
            </a:r>
            <a:r>
              <a:rPr lang="fr-FR" dirty="0" err="1"/>
              <a:t>niveau</a:t>
            </a:r>
            <a:endParaRPr lang="fr-FR" dirty="0"/>
          </a:p>
          <a:p>
            <a:pPr lvl="3" rtl="0"/>
            <a:r>
              <a:rPr lang="fr-FR" dirty="0" err="1"/>
              <a:t>Quatrième</a:t>
            </a:r>
            <a:r>
              <a:rPr lang="fr-FR" dirty="0"/>
              <a:t> </a:t>
            </a:r>
            <a:r>
              <a:rPr lang="fr-FR" dirty="0" err="1"/>
              <a:t>niveau</a:t>
            </a:r>
            <a:endParaRPr lang="fr-FR" dirty="0"/>
          </a:p>
          <a:p>
            <a:pPr lvl="4" rtl="0"/>
            <a:r>
              <a:rPr lang="fr-FR" dirty="0" err="1"/>
              <a:t>Cinquième</a:t>
            </a:r>
            <a:r>
              <a:rPr lang="fr-FR" dirty="0"/>
              <a:t> </a:t>
            </a:r>
            <a:r>
              <a:rPr lang="fr-FR" dirty="0" err="1"/>
              <a:t>niveau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C782E0-924C-4C80-878E-1A91F4E2D435}" type="datetime1">
              <a:rPr lang="fr-FR" smtClean="0"/>
              <a:t>06/12/2021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fr-FR"/>
              <a:t>‹N°›</a:t>
            </a:fld>
            <a:endParaRPr lang="fr-FR" dirty="0"/>
          </a:p>
        </p:txBody>
      </p:sp>
      <p:grpSp>
        <p:nvGrpSpPr>
          <p:cNvPr id="7" name="Groupe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Connecteur droit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eur droit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  <a:p>
            <a:pPr lvl="5" rtl="0"/>
            <a:r>
              <a:rPr lang="fr-FR" noProof="0"/>
              <a:t>Sixième niveau</a:t>
            </a:r>
          </a:p>
          <a:p>
            <a:pPr lvl="6" rtl="0"/>
            <a:r>
              <a:rPr lang="fr-FR" noProof="0"/>
              <a:t>Septième niveau</a:t>
            </a:r>
          </a:p>
          <a:p>
            <a:pPr lvl="7" rtl="0"/>
            <a:r>
              <a:rPr lang="fr-FR" noProof="0"/>
              <a:t>Huitième niveau</a:t>
            </a:r>
          </a:p>
          <a:p>
            <a:pPr lvl="8" rtl="0"/>
            <a:r>
              <a:rPr lang="fr-FR" noProof="0"/>
              <a:t>Neuvième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fld id="{7ED33F8C-BA28-4341-BFF2-691DB4C88DBD}" type="datetime1">
              <a:rPr lang="fr-FR" noProof="0" smtClean="0"/>
              <a:t>06/12/2021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rtl="0"/>
            <a:fld id="{0FF54DE5-C571-48E8-A5BC-B369434E2F44}" type="slidenum">
              <a:rPr lang="fr-FR" noProof="0" smtClean="0"/>
              <a:pPr/>
              <a:t>‹N°›</a:t>
            </a:fld>
            <a:endParaRPr lang="fr-FR" noProof="0"/>
          </a:p>
        </p:txBody>
      </p:sp>
      <p:grpSp>
        <p:nvGrpSpPr>
          <p:cNvPr id="15" name="Groupe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Connecteur droit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ctrTitle"/>
          </p:nvPr>
        </p:nvSpPr>
        <p:spPr>
          <a:xfrm>
            <a:off x="1775534" y="2292094"/>
            <a:ext cx="5063416" cy="1436527"/>
          </a:xfrm>
        </p:spPr>
        <p:txBody>
          <a:bodyPr rtlCol="0" anchor="ctr">
            <a:normAutofit/>
          </a:bodyPr>
          <a:lstStyle/>
          <a:p>
            <a:pPr rtl="0"/>
            <a:r>
              <a:rPr lang="fr-FR" sz="2400" dirty="0"/>
              <a:t>Définissez votre  stratégie d’apprentissage</a:t>
            </a:r>
          </a:p>
        </p:txBody>
      </p:sp>
      <p:sp>
        <p:nvSpPr>
          <p:cNvPr id="7" name="Sous-titre 6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fr-FR" dirty="0"/>
              <a:t>Réalisé par </a:t>
            </a:r>
            <a:r>
              <a:rPr lang="fr-FR" b="1" dirty="0"/>
              <a:t>Habibatou TOGOLA</a:t>
            </a:r>
          </a:p>
          <a:p>
            <a:pPr rtl="0"/>
            <a:r>
              <a:rPr lang="fr-FR" dirty="0"/>
              <a:t>Mentor : </a:t>
            </a:r>
            <a:r>
              <a:rPr lang="fr-FR" b="1" dirty="0"/>
              <a:t>Gora Fall</a:t>
            </a:r>
          </a:p>
        </p:txBody>
      </p:sp>
      <p:pic>
        <p:nvPicPr>
          <p:cNvPr id="4" name="Espace réservé d’image 3" descr="Livre ouvert sur une table, rayonnages flous en arrière-plan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E4BEA64-266C-4348-8CD0-F49FDE120AF5}"/>
              </a:ext>
            </a:extLst>
          </p:cNvPr>
          <p:cNvSpPr txBox="1"/>
          <p:nvPr/>
        </p:nvSpPr>
        <p:spPr>
          <a:xfrm>
            <a:off x="2857501" y="1645763"/>
            <a:ext cx="3848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Open Classroom, 2021-2022</a:t>
            </a:r>
          </a:p>
          <a:p>
            <a:r>
              <a:rPr lang="fr-FR" dirty="0"/>
              <a:t>Data scientist</a:t>
            </a:r>
          </a:p>
        </p:txBody>
      </p:sp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Plan</a:t>
            </a:r>
          </a:p>
        </p:txBody>
      </p:sp>
      <p:sp>
        <p:nvSpPr>
          <p:cNvPr id="14" name="Espace réservé du contenu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fr-FR" dirty="0"/>
              <a:t>Définition d’une stratégie</a:t>
            </a:r>
          </a:p>
          <a:p>
            <a:pPr rtl="0"/>
            <a:r>
              <a:rPr lang="fr-FR" dirty="0"/>
              <a:t>Planning de formation</a:t>
            </a:r>
          </a:p>
          <a:p>
            <a:pPr rtl="0"/>
            <a:r>
              <a:rPr lang="fr-FR" dirty="0"/>
              <a:t>Objectif d’apprentissage</a:t>
            </a:r>
          </a:p>
          <a:p>
            <a:pPr rtl="0"/>
            <a:r>
              <a:rPr lang="fr-FR" dirty="0"/>
              <a:t>Présentation sur Workplace</a:t>
            </a:r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 rtlCol="0" anchor="b">
            <a:normAutofit/>
          </a:bodyPr>
          <a:lstStyle/>
          <a:p>
            <a:pPr rtl="0"/>
            <a:r>
              <a:rPr lang="fr-FR" dirty="0"/>
              <a:t>Définition d’une stratégie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89A814-80B8-470A-A86B-1BABC8559D5F}"/>
              </a:ext>
            </a:extLst>
          </p:cNvPr>
          <p:cNvSpPr/>
          <p:nvPr/>
        </p:nvSpPr>
        <p:spPr>
          <a:xfrm>
            <a:off x="2104730" y="2379217"/>
            <a:ext cx="1580224" cy="87888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Vision</a:t>
            </a: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9FEDEC9D-B31C-40E5-8522-D5B2435C930A}"/>
              </a:ext>
            </a:extLst>
          </p:cNvPr>
          <p:cNvSpPr/>
          <p:nvPr/>
        </p:nvSpPr>
        <p:spPr>
          <a:xfrm>
            <a:off x="3996965" y="2792029"/>
            <a:ext cx="959190" cy="1553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7374BD-B89B-4430-A667-9629818840F7}"/>
              </a:ext>
            </a:extLst>
          </p:cNvPr>
          <p:cNvSpPr/>
          <p:nvPr/>
        </p:nvSpPr>
        <p:spPr>
          <a:xfrm>
            <a:off x="5340639" y="2410290"/>
            <a:ext cx="1509204" cy="878888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Action</a:t>
            </a:r>
          </a:p>
        </p:txBody>
      </p:sp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4CCC18F9-9850-49AA-9EDA-FD3ADCC96579}"/>
              </a:ext>
            </a:extLst>
          </p:cNvPr>
          <p:cNvSpPr/>
          <p:nvPr/>
        </p:nvSpPr>
        <p:spPr>
          <a:xfrm flipV="1">
            <a:off x="7253056" y="2792029"/>
            <a:ext cx="929410" cy="1553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FF0C55-6535-414F-8208-1970B8C434F1}"/>
              </a:ext>
            </a:extLst>
          </p:cNvPr>
          <p:cNvSpPr/>
          <p:nvPr/>
        </p:nvSpPr>
        <p:spPr>
          <a:xfrm>
            <a:off x="8566950" y="2410291"/>
            <a:ext cx="1331652" cy="847814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Objectif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CF8F776-0543-4904-9BAC-1BE200A322CB}"/>
              </a:ext>
            </a:extLst>
          </p:cNvPr>
          <p:cNvSpPr txBox="1"/>
          <p:nvPr/>
        </p:nvSpPr>
        <p:spPr>
          <a:xfrm>
            <a:off x="3905773" y="2379217"/>
            <a:ext cx="959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Diriger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5AE3F8B-D2E7-40D4-8B95-424B3212ADF1}"/>
              </a:ext>
            </a:extLst>
          </p:cNvPr>
          <p:cNvSpPr txBox="1"/>
          <p:nvPr/>
        </p:nvSpPr>
        <p:spPr>
          <a:xfrm>
            <a:off x="3905773" y="3040596"/>
            <a:ext cx="112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Orienter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076639E-40EF-4738-8E6A-68498FD8CE8B}"/>
              </a:ext>
            </a:extLst>
          </p:cNvPr>
          <p:cNvSpPr txBox="1"/>
          <p:nvPr/>
        </p:nvSpPr>
        <p:spPr>
          <a:xfrm>
            <a:off x="7156843" y="2388090"/>
            <a:ext cx="122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Atteindre</a:t>
            </a:r>
          </a:p>
        </p:txBody>
      </p:sp>
    </p:spTree>
    <p:extLst>
      <p:ext uri="{BB962C8B-B14F-4D97-AF65-F5344CB8AC3E}">
        <p14:creationId xmlns:p14="http://schemas.microsoft.com/office/powerpoint/2010/main" val="132884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 rtlCol="0" anchor="b">
            <a:normAutofit/>
          </a:bodyPr>
          <a:lstStyle/>
          <a:p>
            <a:pPr rtl="0"/>
            <a:r>
              <a:rPr lang="fr-FR" dirty="0"/>
              <a:t>Planning de formation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5741DAD-FB5C-4D13-AA92-FD194F7A1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98" y="1495424"/>
            <a:ext cx="9980683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49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Objectif d’apprentissage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358E65F-7E3E-49C1-BD69-FBE4C10BEAAA}"/>
              </a:ext>
            </a:extLst>
          </p:cNvPr>
          <p:cNvSpPr txBox="1"/>
          <p:nvPr/>
        </p:nvSpPr>
        <p:spPr>
          <a:xfrm>
            <a:off x="1323972" y="1828800"/>
            <a:ext cx="998068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  Objectif               avoir les compétences d’un data scientist</a:t>
            </a:r>
          </a:p>
          <a:p>
            <a:r>
              <a:rPr lang="fr-FR" dirty="0"/>
              <a:t>     Approche             utiliser les ressources disponibles </a:t>
            </a:r>
          </a:p>
          <a:p>
            <a:r>
              <a:rPr lang="fr-FR" dirty="0"/>
              <a:t>     Organisation          temps imparti pour chaque projet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Stratégie pour relever les défi dans le passé: </a:t>
            </a:r>
          </a:p>
          <a:p>
            <a:r>
              <a:rPr lang="fr-FR" dirty="0"/>
              <a:t>    Collaboration, communication, gestion du temps, anticipation des imprévus</a:t>
            </a:r>
          </a:p>
          <a:p>
            <a:r>
              <a:rPr lang="fr-FR" dirty="0"/>
              <a:t> 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Organisme de formation : </a:t>
            </a:r>
          </a:p>
          <a:p>
            <a:endParaRPr lang="fr-FR" dirty="0"/>
          </a:p>
          <a:p>
            <a:r>
              <a:rPr lang="fr-FR" dirty="0"/>
              <a:t>   </a:t>
            </a:r>
          </a:p>
        </p:txBody>
      </p:sp>
      <p:sp>
        <p:nvSpPr>
          <p:cNvPr id="5" name="Accolade ouvrante 4">
            <a:extLst>
              <a:ext uri="{FF2B5EF4-FFF2-40B4-BE49-F238E27FC236}">
                <a16:creationId xmlns:a16="http://schemas.microsoft.com/office/drawing/2014/main" id="{C2A32ED5-22DF-44DA-A8E1-2071F4854668}"/>
              </a:ext>
            </a:extLst>
          </p:cNvPr>
          <p:cNvSpPr/>
          <p:nvPr/>
        </p:nvSpPr>
        <p:spPr>
          <a:xfrm>
            <a:off x="1619250" y="1828800"/>
            <a:ext cx="395982" cy="923278"/>
          </a:xfrm>
          <a:prstGeom prst="leftBrace">
            <a:avLst>
              <a:gd name="adj1" fmla="val 0"/>
              <a:gd name="adj2" fmla="val 50000"/>
            </a:avLst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dirty="0"/>
              <a:t>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4F6DABC-4B55-430A-BB62-E8784C3EE6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326" y="4371975"/>
            <a:ext cx="4686300" cy="790574"/>
          </a:xfrm>
          <a:prstGeom prst="rect">
            <a:avLst/>
          </a:prstGeom>
        </p:spPr>
      </p:pic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CB1F2FD0-6B5D-4994-AD59-D42646FFA44E}"/>
              </a:ext>
            </a:extLst>
          </p:cNvPr>
          <p:cNvSpPr/>
          <p:nvPr/>
        </p:nvSpPr>
        <p:spPr>
          <a:xfrm>
            <a:off x="3444536" y="2041862"/>
            <a:ext cx="648070" cy="457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    </a:t>
            </a: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B7554BCC-DB88-41C4-9EA9-916A300A4F94}"/>
              </a:ext>
            </a:extLst>
          </p:cNvPr>
          <p:cNvSpPr/>
          <p:nvPr/>
        </p:nvSpPr>
        <p:spPr>
          <a:xfrm>
            <a:off x="3444536" y="2299317"/>
            <a:ext cx="64807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A33F927F-BBA9-4FFA-8639-9020A6D298AF}"/>
              </a:ext>
            </a:extLst>
          </p:cNvPr>
          <p:cNvSpPr/>
          <p:nvPr/>
        </p:nvSpPr>
        <p:spPr>
          <a:xfrm>
            <a:off x="3444537" y="2610035"/>
            <a:ext cx="64807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7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/>
              <a:t>Présentation sur Workplace</a:t>
            </a:r>
          </a:p>
        </p:txBody>
      </p:sp>
      <p:pic>
        <p:nvPicPr>
          <p:cNvPr id="6" name="Image 5" descr="Une image contenant texte&#10;&#10;Description générée automatiquement">
            <a:extLst>
              <a:ext uri="{FF2B5EF4-FFF2-40B4-BE49-F238E27FC236}">
                <a16:creationId xmlns:a16="http://schemas.microsoft.com/office/drawing/2014/main" id="{1F164428-E018-49F4-8AB9-1F958836C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1" y="1609724"/>
            <a:ext cx="8658224" cy="481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02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Littérature académique 16: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50521018_TF03431380_Win32" id="{BF076258-B6E0-4C89-BE7F-63A8283CDDCE}" vid="{A885F0E3-CEED-4545-B5F4-A3CEEA14FB96}"/>
    </a:ext>
  </a:extLst>
</a:theme>
</file>

<file path=ppt/theme/theme2.xml><?xml version="1.0" encoding="utf-8"?>
<a:theme xmlns:a="http://schemas.openxmlformats.org/drawingml/2006/main" name="Thème Offic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académique avec rayures et ruban (grand écran)</Template>
  <TotalTime>0</TotalTime>
  <Words>129</Words>
  <Application>Microsoft Office PowerPoint</Application>
  <PresentationFormat>Grand écran</PresentationFormat>
  <Paragraphs>43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Arial</vt:lpstr>
      <vt:lpstr>Euphemia</vt:lpstr>
      <vt:lpstr>Plantagenet Cherokee</vt:lpstr>
      <vt:lpstr>Wingdings</vt:lpstr>
      <vt:lpstr>Littérature académique 16:9</vt:lpstr>
      <vt:lpstr>Définissez votre  stratégie d’apprentissage</vt:lpstr>
      <vt:lpstr>Plan</vt:lpstr>
      <vt:lpstr>Définition d’une stratégie</vt:lpstr>
      <vt:lpstr>Planning de formation</vt:lpstr>
      <vt:lpstr>Objectif d’apprentissage</vt:lpstr>
      <vt:lpstr>Présentation sur Workplace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Définissez votre  stratégie d’apprentissage</dc:title>
  <dc:creator>Habibatou TOGOLA</dc:creator>
  <cp:lastModifiedBy>Habibatou TOGOLA</cp:lastModifiedBy>
  <cp:revision>2</cp:revision>
  <dcterms:created xsi:type="dcterms:W3CDTF">2021-12-06T17:53:28Z</dcterms:created>
  <dcterms:modified xsi:type="dcterms:W3CDTF">2021-12-07T09:41:50Z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